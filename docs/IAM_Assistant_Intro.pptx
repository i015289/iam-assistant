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83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4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tools.sap/I015289/iam-assistan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IAM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0">
                <a:solidFill>
                  <a:srgbClr val="A8C8E8"/>
                </a:solidFill>
                <a:latin typeface="Calibri"/>
              </a:rPr>
              <a:t>Smarter SAP IAM Analysis — powered by Claude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16065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400" b="1" dirty="0">
                <a:solidFill>
                  <a:srgbClr val="E67E22"/>
                </a:solidFill>
              </a:rPr>
              <a:t>Team Member:  John Wang ( I015289 )</a:t>
            </a:r>
          </a:p>
          <a:p>
            <a:pPr algn="ctr"/>
            <a:r>
              <a:rPr lang="en-US" sz="1400" b="1" dirty="0">
                <a:solidFill>
                  <a:srgbClr val="E67E22"/>
                </a:solidFill>
              </a:rPr>
              <a:t>                              Fiona Wang ( I300238 )</a:t>
            </a:r>
          </a:p>
          <a:p>
            <a:pPr algn="ctr"/>
            <a:r>
              <a:rPr lang="en-US" sz="1400" b="1" dirty="0">
                <a:solidFill>
                  <a:srgbClr val="E67E22"/>
                </a:solidFill>
              </a:rPr>
              <a:t>                              Sylvia Liu ( I048974 )</a:t>
            </a:r>
          </a:p>
          <a:p>
            <a:pPr algn="ctr"/>
            <a:r>
              <a:rPr lang="en-US" sz="1400" b="1" dirty="0">
                <a:solidFill>
                  <a:srgbClr val="E67E22"/>
                </a:solidFill>
              </a:rPr>
              <a:t>                              Kai Liu ( I302470 )</a:t>
            </a:r>
          </a:p>
          <a:p>
            <a:pPr algn="ctr"/>
            <a:endParaRPr lang="en-US" sz="1400" b="1" dirty="0">
              <a:solidFill>
                <a:srgbClr val="E67E22"/>
              </a:solidFill>
              <a:latin typeface="Calibri"/>
            </a:endParaRPr>
          </a:p>
          <a:p>
            <a:pPr algn="ctr"/>
            <a:r>
              <a:rPr lang="en-CN" sz="1400" dirty="0">
                <a:solidFill>
                  <a:srgbClr val="E67E22"/>
                </a:solidFill>
              </a:rPr>
              <a:t>📦 </a:t>
            </a:r>
            <a:r>
              <a:rPr lang="en-US" sz="1400" dirty="0">
                <a:solidFill>
                  <a:srgbClr val="E67E22"/>
                </a:solidFill>
              </a:rPr>
              <a:t>GitHub Repository: </a:t>
            </a:r>
            <a:r>
              <a:rPr lang="en-US" sz="1400" dirty="0"/>
              <a:t> </a:t>
            </a:r>
            <a:r>
              <a:rPr lang="en-US" sz="1400" dirty="0">
                <a:solidFill>
                  <a:srgbClr val="E67E22"/>
                </a:solidFill>
                <a:hlinkClick r:id="rId2" tooltip="https://github.tools.sap/I015289/iam-assista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https://github.tools.sap/I015289/iam-assistant</a:t>
            </a:r>
            <a:endParaRPr lang="en-US" sz="1400" dirty="0">
              <a:solidFill>
                <a:srgbClr val="E67E22"/>
              </a:solidFill>
            </a:endParaRPr>
          </a:p>
          <a:p>
            <a:pPr algn="ctr"/>
            <a:endParaRPr sz="1400" b="0" dirty="0">
              <a:solidFill>
                <a:srgbClr val="78A0C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IAM analysis today is slow, manual, and expert-dependent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A typical investigation requires: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6692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2E86C1"/>
                </a:solidFill>
                <a:latin typeface="Calibri"/>
              </a:rPr>
              <a:t>▸  </a:t>
            </a:r>
            <a:r>
              <a:rPr sz="1400" b="1">
                <a:solidFill>
                  <a:srgbClr val="1E3A5F"/>
                </a:solidFill>
                <a:latin typeface="Calibri"/>
              </a:rPr>
              <a:t>SAP developer access  </a:t>
            </a:r>
            <a:r>
              <a:rPr sz="1400">
                <a:solidFill>
                  <a:srgbClr val="333333"/>
                </a:solidFill>
                <a:latin typeface="Calibri"/>
              </a:rPr>
              <a:t>  SE16, cross-table navigation, ABAP knowledge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2E86C1"/>
                </a:solidFill>
                <a:latin typeface="Calibri"/>
              </a:rPr>
              <a:t>▸  </a:t>
            </a:r>
            <a:r>
              <a:rPr sz="1400" b="1">
                <a:solidFill>
                  <a:srgbClr val="1E3A5F"/>
                </a:solidFill>
                <a:latin typeface="Calibri"/>
              </a:rPr>
              <a:t>Manual cross-referencing  </a:t>
            </a:r>
            <a:r>
              <a:rPr sz="1400">
                <a:solidFill>
                  <a:srgbClr val="333333"/>
                </a:solidFill>
                <a:latin typeface="Calibri"/>
              </a:rPr>
              <a:t>  auth objects, catalogs, BRTs, field values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2E86C1"/>
                </a:solidFill>
                <a:latin typeface="Calibri"/>
              </a:rPr>
              <a:t>▸  </a:t>
            </a:r>
            <a:r>
              <a:rPr sz="1400" b="1">
                <a:solidFill>
                  <a:srgbClr val="1E3A5F"/>
                </a:solidFill>
                <a:latin typeface="Calibri"/>
              </a:rPr>
              <a:t>Deep domain expertise  </a:t>
            </a:r>
            <a:r>
              <a:rPr sz="1400">
                <a:solidFill>
                  <a:srgbClr val="333333"/>
                </a:solidFill>
                <a:latin typeface="Calibri"/>
              </a:rPr>
              <a:t>  SoD rules, TRFCT semantics, IAM table structure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2E86C1"/>
                </a:solidFill>
                <a:latin typeface="Calibri"/>
              </a:rPr>
              <a:t>▸  </a:t>
            </a:r>
            <a:r>
              <a:rPr sz="1400" b="1">
                <a:solidFill>
                  <a:srgbClr val="1E3A5F"/>
                </a:solidFill>
                <a:latin typeface="Calibri"/>
              </a:rPr>
              <a:t>Hours of effort  </a:t>
            </a:r>
            <a:r>
              <a:rPr sz="1400">
                <a:solidFill>
                  <a:srgbClr val="333333"/>
                </a:solidFill>
                <a:latin typeface="Calibri"/>
              </a:rPr>
              <a:t>  for a question that should take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63040"/>
            <a:ext cx="43891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Calibri"/>
              </a:rPr>
              <a:t>Before IAM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438912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5200" b="1">
                <a:solidFill>
                  <a:srgbClr val="C0392B"/>
                </a:solidFill>
                <a:latin typeface="Calibri"/>
              </a:rPr>
              <a:t>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566160"/>
            <a:ext cx="4389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per investigation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206240"/>
            <a:ext cx="219456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4389120"/>
            <a:ext cx="43891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Requires an SAP consultant
with direct system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What Is IAM Assistant?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 conversational AI that queries live SAP data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Ask questions in natural language. Get answers from live ER6 data — no SAP access, no SQL, no manual table navigation.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029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⌨  Claude Code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5029200" cy="274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93776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Specialist modes: /treasury-iam, /cash-iam, /fin-iam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Persistent memo system — findings survive sessions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Autonomous /execute agent for multi-step investigations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E86C1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Ideal for power users and analysts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50292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🌐  Web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834640"/>
            <a:ext cx="5029200" cy="274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4937760" cy="12275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Calibri"/>
              </a:rPr>
              <a:t>▸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Browser-based chat — no CLI knowledge needed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Calibri"/>
              </a:rPr>
              <a:t>▸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Streaming responses with live query progress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Calibri"/>
              </a:rPr>
              <a:t>▸  </a:t>
            </a:r>
            <a:r>
              <a:rPr sz="1300" dirty="0">
                <a:solidFill>
                  <a:srgbClr val="333333"/>
                </a:solidFill>
                <a:latin typeface="Calibri"/>
              </a:rPr>
              <a:t>Prompt library with ready-made investigation templates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endParaRPr sz="13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Key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Built-in domain expertise across Treasury, Cash Management, and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01168" cy="2011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Treasury 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8463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FOE / BOE / MOE SoD rules, TRFCT forbidden combinations, hedge request management, BRT audits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01168" cy="2011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Cash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8463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Bank account lifecycle auth, four-eyes principle, submit/approve segregation, interest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201168" cy="2011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Finance (AP/AR/GL)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Accounts payable/receivable/general ledger auth objects, payment run SoD, journal entry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201168" cy="2011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0233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Autonomous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48463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/execute chains multiple queries, adapts to findings, and delivers a structured report — no prompting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 5-query SoD investigation — from question to answer in under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"Does SAP_BR_CASH_MANAGER violate the four-eyes principle across submit and approve catalogs?"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475488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47548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78024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Look up all catalogs assigned to the BRT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81528"/>
            <a:ext cx="475488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47548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For each catalog, retrieve all apps and their auth objects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39896"/>
            <a:ext cx="475488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39896"/>
            <a:ext cx="47548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Check F_CLM_BAOR ACTVT values — submit (01/06) vs approve (31)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98264"/>
            <a:ext cx="47548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398264"/>
            <a:ext cx="47548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53128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Confirm four-eyes: submit and approve apps are in separate catalogs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56632"/>
            <a:ext cx="475488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056632"/>
            <a:ext cx="47548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11496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Produce structured report: findings, verdict, 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5486400"/>
            <a:ext cx="3017520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5532120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50 – 90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03504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A8C8E8"/>
                </a:solidFill>
                <a:latin typeface="Calibri"/>
              </a:rPr>
              <a:t>end-to-end investigation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Safe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Read-only access — no risk of accidental data modification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Calibr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19072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Read-Only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12848"/>
            <a:ext cx="4297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All queries run as the ANZEIGER display user. Write operations are impossible — even if requested.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Calibr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719072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Calibri"/>
              </a:rPr>
              <a:t>SSL Encrypted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212848"/>
            <a:ext cx="4297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All traffic between the assistant and ER6 is SSL-encrypted. Credentials never leave the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05072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No Change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98848"/>
            <a:ext cx="4297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The tool can be used freely during live operations — no change request, no system freeze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640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429768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E3A5F"/>
                </a:solidFill>
                <a:latin typeface="Calibri"/>
              </a:rPr>
              <a:t>Full </a:t>
            </a:r>
            <a:r>
              <a:rPr lang="en-US" sz="1600" b="1" dirty="0">
                <a:solidFill>
                  <a:srgbClr val="1E3A5F"/>
                </a:solidFill>
                <a:latin typeface="Calibri"/>
              </a:rPr>
              <a:t>Log</a:t>
            </a:r>
            <a:r>
              <a:rPr sz="1600" b="1" dirty="0">
                <a:solidFill>
                  <a:srgbClr val="1E3A5F"/>
                </a:solidFill>
                <a:latin typeface="Calibri"/>
              </a:rPr>
              <a:t>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4297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Every ER6 query is logged with a timestamp to .session-log.md. Full replay and audit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Impact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changes when your team uses IAM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430000" cy="3657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27AE60"/>
                </a:solidFill>
                <a:latin typeface="Calibri"/>
              </a:rPr>
              <a:t>~90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per investigation
(was: hours)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2E86C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domain specialist
role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query test
pass rate (20 tests)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55448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737360"/>
            <a:ext cx="26517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>
                <a:solidFill>
                  <a:srgbClr val="E67E22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risk to live data
(read-only ANZEIGER)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54864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51206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SAP developer required for every query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Hours of manual table cross-referencing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SoD rules in individual analysts' heads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Findings lost between 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474720"/>
            <a:ext cx="5486400" cy="4114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11296"/>
            <a:ext cx="54864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77639"/>
            <a:ext cx="51206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Any analyst asks in plain English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50–90 seconds, fully automated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Built-in rules: FOE/BOE, four-eyes, SoD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▸  </a:t>
            </a:r>
            <a:r>
              <a:rPr sz="1300">
                <a:solidFill>
                  <a:srgbClr val="333333"/>
                </a:solidFill>
                <a:latin typeface="Calibri"/>
              </a:rPr>
              <a:t>Persistent memos — knowledge accumulates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993392"/>
            <a:ext cx="54864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Calibri"/>
              </a:rPr>
              <a:t>Status: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7772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Live and running on ER6 today — Treasury, Cash Management, and Finance domains covered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62072"/>
            <a:ext cx="54864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78892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Calibri"/>
              </a:rPr>
              <a:t>Access: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88920"/>
            <a:ext cx="7772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Web UI available via browser; Claude Code CLI for analysts who prefer terminal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30752"/>
            <a:ext cx="54864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365760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Calibri"/>
              </a:rPr>
              <a:t>Domains: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57600"/>
            <a:ext cx="7772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Further expansion planned — AP/AR/GL coverage maturing, additional country variants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599432"/>
            <a:ext cx="54864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5262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Calibri"/>
              </a:rPr>
              <a:t>Contribution: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526280"/>
            <a:ext cx="7772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Skill files are versioned — domain rules can be extended by the IAM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486400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623560"/>
            <a:ext cx="9144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713</Words>
  <Application>Microsoft Macintosh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Wang, John</cp:lastModifiedBy>
  <cp:revision>4</cp:revision>
  <dcterms:created xsi:type="dcterms:W3CDTF">2013-01-27T09:14:16Z</dcterms:created>
  <dcterms:modified xsi:type="dcterms:W3CDTF">2026-06-24T11:12:54Z</dcterms:modified>
  <cp:category/>
</cp:coreProperties>
</file>